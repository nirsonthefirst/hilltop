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B8B"/>
    <a:srgbClr val="D9D0C2"/>
    <a:srgbClr val="B85C3A"/>
    <a:srgbClr val="E8C35C"/>
    <a:srgbClr val="1C1713"/>
    <a:srgbClr val="C6DACE"/>
    <a:srgbClr val="798B82"/>
    <a:srgbClr val="513C24"/>
    <a:srgbClr val="2C3E50"/>
    <a:srgbClr val="A0B9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5000" autoAdjust="0"/>
  </p:normalViewPr>
  <p:slideViewPr>
    <p:cSldViewPr snapToGrid="0">
      <p:cViewPr varScale="1">
        <p:scale>
          <a:sx n="85" d="100"/>
          <a:sy n="85" d="100"/>
        </p:scale>
        <p:origin x="34" y="34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7698D-F8A5-42C5-9B6B-4CA705C0D8A8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08B4F-8F5F-49B9-873E-BB4E4785FA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726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08B4F-8F5F-49B9-873E-BB4E4785FAB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25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5BC51-7EAE-B004-3687-04603BF0F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9316C6-20E2-C59B-5699-1D2DDF72A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C1F60B-CA42-F2F6-86F2-159440BE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C6AB3E-3DC2-628E-B597-F33C10FA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62A885-4E46-6CD6-FFEF-E6D12B73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24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A1A86-12B9-FE6E-3174-A18F2A5E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AC7A9B-78F8-E261-1307-96D8AA311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82046E-4868-F131-F57D-DFD9F77E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8E6AE8-D404-5647-A338-6F872B69F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0E929B-6593-E707-A04F-D4C32CDC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72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D56D1-15AB-0374-C2D7-6F13862C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94A2AB-8929-1117-B312-5D983C1E1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B91D6B-F50D-6FFC-F136-6E3A24C7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2BCABF-7F6F-6FFA-D5B9-AEC99885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4CC886-499F-B9BF-8590-25B0E4936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0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8E1DD-9F1A-4629-BD41-3CAA0294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BF6989-3566-8504-8776-B7C604BEB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1BF0B9-DCBF-346D-CCCA-3A00EAC51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C3C59B-0481-2DC0-224A-397388CB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0D7035-53C3-CB8E-2EDC-9F23799E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C7FBD1-A009-C704-7772-D73B58B4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64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72D6C-98A3-EA67-7C6C-13259DB6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4B69C7-0DA3-AFC3-BC91-6BCB2C548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4019FA-4668-475B-D175-43F767B38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12EDC5-94BE-8A03-1DBD-AC217EB96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6211AD-96AA-4908-1CAB-A1C7E43CA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8B90CC-FD89-6780-A007-D9225FE2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D267B90-F4AE-F1FE-1BDD-1B8E3DE8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32239D-905F-4EEE-C673-5DF4F0D5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48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C4207-254B-60E1-874A-DE7E992F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C111E2-2FEC-7C96-2391-BB89F0CC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EA4EEA-1E62-4933-CB8C-A0036A37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8BD3C3-90E0-5588-1F4C-B5EF3915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59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7D65AB-AA92-5D03-F5B2-82F27730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346314-28B8-E262-6D0A-9D17B646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AEEBEF-6267-2EEC-AAC8-FD978401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81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52C6C-8AAF-BE34-6391-A11662E4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16300-49F9-382D-CA55-3C6A63491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A88587-E30C-A758-790A-E768AC67D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2E25CE-0B4F-52BA-C37D-AA2B873D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F36AF6-2226-5607-1B40-E2D98D63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82867B-C899-9E97-F213-BFDC6C6C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05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64DB5-0330-3B62-4DDD-4BD336C21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00735E-3FB2-2C19-8E12-025158A3F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B3692D-5688-F8D4-E4D3-86AEEE46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44EF44-0C9D-C4D2-5698-96D28995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115465-44E9-73B2-60F5-8EEA65F2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8AC772-CD37-459D-8B00-548685BB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427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32523-444C-17D7-FF68-7C6FAB3A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9D236C-EAE5-8BD3-49E2-E125C21F8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29105-2CC3-E2BC-C5CF-F5F892E5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673179-82F2-6B3C-4A0A-10478EB5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45F36A-BF66-F10C-88A2-CE4EF17B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97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955869-5DC3-4949-E71E-EC11E97D8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4CEE98-156C-755A-16EF-735CE3B7A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C2FF36-A429-140C-C45F-FDCC5972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43C1C9-F694-753A-218E-65987E7E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7B2180-08D0-38A9-60A8-61B97148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45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5F5E22-8649-3ADE-5A79-69FEEE7C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024433-B03B-B987-22C9-4D27D9A7C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1474F-3C72-FE5C-FD9F-A19BD4729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132C4-BF04-41BE-B9F4-3554525A7076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A8687F-C065-518E-B9E8-F8BABB9A8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B56852-B0B5-7EF3-19EE-A25B981D5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958CC-4996-469A-B3EE-24FC1E1F3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5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svg"/><Relationship Id="rId5" Type="http://schemas.microsoft.com/office/2007/relationships/hdphoto" Target="../media/hdphoto1.wdp"/><Relationship Id="rId15" Type="http://schemas.openxmlformats.org/officeDocument/2006/relationships/image" Target="../media/image11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sv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BE19D-39EA-4C2D-31EC-2D34A3F1B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901" y="91789"/>
            <a:ext cx="9470195" cy="1068545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US" sz="7200" b="1" spc="300" dirty="0">
                <a:ln>
                  <a:solidFill>
                    <a:srgbClr val="E3CEA4"/>
                  </a:solidFill>
                </a:ln>
                <a:solidFill>
                  <a:srgbClr val="E8C35C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Saloon girl" panose="02000400000000000000" pitchFamily="2" charset="0"/>
                <a:cs typeface="Arial" panose="020B0604020202020204" pitchFamily="34" charset="0"/>
              </a:rPr>
              <a:t>HILLTOP</a:t>
            </a:r>
            <a:endParaRPr lang="ru-RU" sz="7200" spc="300" dirty="0">
              <a:ln>
                <a:solidFill>
                  <a:srgbClr val="E3CEA4"/>
                </a:solidFill>
              </a:ln>
              <a:solidFill>
                <a:srgbClr val="E8C35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58D252-8726-BB47-ACF2-0152111C4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9812" y="7522963"/>
            <a:ext cx="6858000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46C350D-EBCD-213A-45A3-D5B147109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18" b="97857" l="2694" r="90302">
                        <a14:foregroundMark x1="10121" y1="47025" x2="9591" y2="39554"/>
                        <a14:foregroundMark x1="9591" y1="39554" x2="9694" y2="47064"/>
                        <a14:foregroundMark x1="6464" y1="42013" x2="4095" y2="38125"/>
                        <a14:foregroundMark x1="4366" y1="34349" x2="4741" y2="29107"/>
                        <a14:foregroundMark x1="4095" y1="38125" x2="4131" y2="37625"/>
                        <a14:foregroundMark x1="4741" y1="29107" x2="10991" y2="32143"/>
                        <a14:foregroundMark x1="4741" y1="32331" x2="4741" y2="27768"/>
                        <a14:foregroundMark x1="4741" y1="34821" x2="4741" y2="32434"/>
                        <a14:foregroundMark x1="4741" y1="35268" x2="4741" y2="34821"/>
                        <a14:foregroundMark x1="4741" y1="27768" x2="4634" y2="28571"/>
                        <a14:foregroundMark x1="4290" y1="33402" x2="3341" y2="28839"/>
                        <a14:foregroundMark x1="4418" y1="34018" x2="4321" y2="33554"/>
                        <a14:foregroundMark x1="4657" y1="38551" x2="5603" y2="40089"/>
                        <a14:foregroundMark x1="6642" y1="42084" x2="6681" y2="39464"/>
                        <a14:foregroundMark x1="6681" y1="39464" x2="6681" y2="39375"/>
                        <a14:foregroundMark x1="3087" y1="32667" x2="2694" y2="31429"/>
                        <a14:foregroundMark x1="5991" y1="41825" x2="4744" y2="37893"/>
                        <a14:foregroundMark x1="2694" y1="31429" x2="3879" y2="29464"/>
                        <a14:foregroundMark x1="3494" y1="33004" x2="3664" y2="29286"/>
                        <a14:foregroundMark x1="3664" y1="29286" x2="11207" y2="25000"/>
                        <a14:foregroundMark x1="11207" y1="25000" x2="18534" y2="32411"/>
                        <a14:foregroundMark x1="18534" y1="32411" x2="21875" y2="30714"/>
                        <a14:foregroundMark x1="22091" y1="31339" x2="26078" y2="24821"/>
                        <a14:foregroundMark x1="26078" y1="24821" x2="19612" y2="31161"/>
                        <a14:foregroundMark x1="19612" y1="31161" x2="26724" y2="20000"/>
                        <a14:foregroundMark x1="26724" y1="20000" x2="14116" y2="30357"/>
                        <a14:foregroundMark x1="14116" y1="30357" x2="12500" y2="21964"/>
                        <a14:foregroundMark x1="12500" y1="21964" x2="18319" y2="27143"/>
                        <a14:foregroundMark x1="18319" y1="27143" x2="16272" y2="23393"/>
                        <a14:foregroundMark x1="16379" y1="33393" x2="25970" y2="18036"/>
                        <a14:foregroundMark x1="25970" y1="18036" x2="22306" y2="25268"/>
                        <a14:foregroundMark x1="22306" y1="25268" x2="23384" y2="21429"/>
                        <a14:foregroundMark x1="20151" y1="28571" x2="25066" y2="13383"/>
                        <a14:foregroundMark x1="25030" y1="13350" x2="22953" y2="18750"/>
                        <a14:foregroundMark x1="25323" y1="18750" x2="29634" y2="16875"/>
                        <a14:foregroundMark x1="25741" y1="14002" x2="25323" y2="14018"/>
                        <a14:foregroundMark x1="27694" y1="13929" x2="26943" y2="13957"/>
                        <a14:foregroundMark x1="26619" y1="13660" x2="34267" y2="8929"/>
                        <a14:foregroundMark x1="34267" y1="8929" x2="36746" y2="13571"/>
                        <a14:foregroundMark x1="33190" y1="11964" x2="52976" y2="5315"/>
                        <a14:foregroundMark x1="89509" y1="43431" x2="88039" y2="38304"/>
                        <a14:foregroundMark x1="88039" y1="38304" x2="90302" y2="36429"/>
                        <a14:foregroundMark x1="8668" y1="67402" x2="8829" y2="66910"/>
                        <a14:foregroundMark x1="12210" y1="59678" x2="14978" y2="54375"/>
                        <a14:foregroundMark x1="14978" y1="54375" x2="19397" y2="54107"/>
                        <a14:foregroundMark x1="15733" y1="97857" x2="17888" y2="93571"/>
                        <a14:backgroundMark x1="89547" y1="46429" x2="88793" y2="45625"/>
                        <a14:backgroundMark x1="89332" y1="47411" x2="89978" y2="45446"/>
                        <a14:backgroundMark x1="89978" y1="45446" x2="89978" y2="45446"/>
                        <a14:backgroundMark x1="89978" y1="45446" x2="89978" y2="45446"/>
                        <a14:backgroundMark x1="89978" y1="45446" x2="89978" y2="45446"/>
                        <a14:backgroundMark x1="89978" y1="45446" x2="89978" y2="45446"/>
                        <a14:backgroundMark x1="90086" y1="44911" x2="90086" y2="44911"/>
                        <a14:backgroundMark x1="90086" y1="44911" x2="90086" y2="44911"/>
                        <a14:backgroundMark x1="90086" y1="44911" x2="90086" y2="44911"/>
                        <a14:backgroundMark x1="90086" y1="44911" x2="90086" y2="44911"/>
                        <a14:backgroundMark x1="90086" y1="44911" x2="90086" y2="44911"/>
                        <a14:backgroundMark x1="90086" y1="44196" x2="90086" y2="45446"/>
                        <a14:backgroundMark x1="89224" y1="45446" x2="91595" y2="43304"/>
                        <a14:backgroundMark x1="88685" y1="45000" x2="91703" y2="42768"/>
                        <a14:backgroundMark x1="5927" y1="48214" x2="6034" y2="44018"/>
                        <a14:backgroundMark x1="6250" y1="48125" x2="5172" y2="43304"/>
                        <a14:backgroundMark x1="4849" y1="49643" x2="11638" y2="49018"/>
                        <a14:backgroundMark x1="10776" y1="49286" x2="6142" y2="46607"/>
                        <a14:backgroundMark x1="8513" y1="44643" x2="5819" y2="43571"/>
                        <a14:backgroundMark x1="3556" y1="39821" x2="2586" y2="33929"/>
                        <a14:backgroundMark x1="3341" y1="38482" x2="3017" y2="33839"/>
                        <a14:backgroundMark x1="2909" y1="38661" x2="2909" y2="33661"/>
                        <a14:backgroundMark x1="3448" y1="37054" x2="1940" y2="33750"/>
                        <a14:backgroundMark x1="3448" y1="35625" x2="3879" y2="34375"/>
                        <a14:backgroundMark x1="3556" y1="36339" x2="3556" y2="36339"/>
                        <a14:backgroundMark x1="3556" y1="36339" x2="3556" y2="36339"/>
                        <a14:backgroundMark x1="3556" y1="36339" x2="3556" y2="36339"/>
                        <a14:backgroundMark x1="3556" y1="36339" x2="3556" y2="36339"/>
                        <a14:backgroundMark x1="3448" y1="37411" x2="2263" y2="36161"/>
                        <a14:backgroundMark x1="3017" y1="37768" x2="3017" y2="35089"/>
                        <a14:backgroundMark x1="3125" y1="35268" x2="3125" y2="35268"/>
                        <a14:backgroundMark x1="3125" y1="35268" x2="3125" y2="35268"/>
                        <a14:backgroundMark x1="3125" y1="35268" x2="3125" y2="35268"/>
                        <a14:backgroundMark x1="3125" y1="35268" x2="3125" y2="35268"/>
                        <a14:backgroundMark x1="3125" y1="35268" x2="3125" y2="35268"/>
                        <a14:backgroundMark x1="3233" y1="35625" x2="3233" y2="35625"/>
                        <a14:backgroundMark x1="3233" y1="35625" x2="3233" y2="35625"/>
                        <a14:backgroundMark x1="3664" y1="36875" x2="3664" y2="36875"/>
                        <a14:backgroundMark x1="3664" y1="36875" x2="3664" y2="36875"/>
                        <a14:backgroundMark x1="3664" y1="36875" x2="3664" y2="36875"/>
                        <a14:backgroundMark x1="3664" y1="36875" x2="3664" y2="36875"/>
                        <a14:backgroundMark x1="3664" y1="36875" x2="3664" y2="36875"/>
                        <a14:backgroundMark x1="3664" y1="36875" x2="3664" y2="36875"/>
                        <a14:backgroundMark x1="3664" y1="36875" x2="3664" y2="36875"/>
                        <a14:backgroundMark x1="3772" y1="36786" x2="3772" y2="36786"/>
                        <a14:backgroundMark x1="3772" y1="36786" x2="3772" y2="36786"/>
                        <a14:backgroundMark x1="16056" y1="65893" x2="15625" y2="66071"/>
                        <a14:backgroundMark x1="5280" y1="65357" x2="10453" y2="59018"/>
                        <a14:backgroundMark x1="10453" y1="59018" x2="6358" y2="65982"/>
                        <a14:backgroundMark x1="10345" y1="60893" x2="10560" y2="59018"/>
                        <a14:backgroundMark x1="10129" y1="60714" x2="12392" y2="56964"/>
                        <a14:backgroundMark x1="6466" y1="74643" x2="4634" y2="70893"/>
                        <a14:backgroundMark x1="7543" y1="73661" x2="8297" y2="68393"/>
                        <a14:backgroundMark x1="7543" y1="67143" x2="6466" y2="70268"/>
                        <a14:backgroundMark x1="7004" y1="70893" x2="4634" y2="73036"/>
                        <a14:backgroundMark x1="8513" y1="69196" x2="5603" y2="72232"/>
                        <a14:backgroundMark x1="33728" y1="72500" x2="33621" y2="70268"/>
                        <a14:backgroundMark x1="57220" y1="5179" x2="58405" y2="4732"/>
                        <a14:backgroundMark x1="52155" y1="3214" x2="53017" y2="3214"/>
                        <a14:backgroundMark x1="58082" y1="4375" x2="58082" y2="4375"/>
                        <a14:backgroundMark x1="58621" y1="5179" x2="58836" y2="4018"/>
                        <a14:backgroundMark x1="55065" y1="5357" x2="57004" y2="4375"/>
                        <a14:backgroundMark x1="54634" y1="3482" x2="57328" y2="4018"/>
                        <a14:backgroundMark x1="24246" y1="12321" x2="24892" y2="13036"/>
                        <a14:backgroundMark x1="25647" y1="12768" x2="24784" y2="13125"/>
                        <a14:backgroundMark x1="4095" y1="35357" x2="2371" y2="34554"/>
                        <a14:backgroundMark x1="3341" y1="37500" x2="3125" y2="34643"/>
                        <a14:backgroundMark x1="3987" y1="36161" x2="3233" y2="37232"/>
                        <a14:backgroundMark x1="4634" y1="36250" x2="3448" y2="34643"/>
                        <a14:backgroundMark x1="5065" y1="35714" x2="2478" y2="33571"/>
                        <a14:backgroundMark x1="4310" y1="34821" x2="4310" y2="348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452" y="1185761"/>
            <a:ext cx="4773089" cy="5760624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AA250EF5-0E82-31F0-3FE8-14DC426A75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839" b="89862" l="4755" r="96196">
                        <a14:foregroundMark x1="28668" y1="44240" x2="41848" y2="44009"/>
                        <a14:foregroundMark x1="41848" y1="44009" x2="55707" y2="46313"/>
                        <a14:foregroundMark x1="55707" y1="46313" x2="59647" y2="59217"/>
                        <a14:foregroundMark x1="59647" y1="59217" x2="61141" y2="72811"/>
                        <a14:foregroundMark x1="75815" y1="67051" x2="78668" y2="56452"/>
                        <a14:foregroundMark x1="78668" y1="56452" x2="67935" y2="75806"/>
                        <a14:foregroundMark x1="67935" y1="75806" x2="69565" y2="58986"/>
                        <a14:foregroundMark x1="69565" y1="58986" x2="76087" y2="46774"/>
                        <a14:foregroundMark x1="76087" y1="46774" x2="86957" y2="51613"/>
                        <a14:foregroundMark x1="86957" y1="51613" x2="80435" y2="67512"/>
                        <a14:foregroundMark x1="80435" y1="67512" x2="82065" y2="86406"/>
                        <a14:foregroundMark x1="82065" y1="86406" x2="75543" y2="82258"/>
                        <a14:foregroundMark x1="75543" y1="82258" x2="61413" y2="86866"/>
                        <a14:foregroundMark x1="61413" y1="86866" x2="60054" y2="88249"/>
                        <a14:foregroundMark x1="58288" y1="87558" x2="45245" y2="74885"/>
                        <a14:foregroundMark x1="45245" y1="74885" x2="16168" y2="68203"/>
                        <a14:foregroundMark x1="16168" y1="68203" x2="8560" y2="47005"/>
                        <a14:foregroundMark x1="8560" y1="47005" x2="13859" y2="61060"/>
                        <a14:foregroundMark x1="13859" y1="61060" x2="24728" y2="30184"/>
                        <a14:foregroundMark x1="24728" y1="30184" x2="20380" y2="60599"/>
                        <a14:foregroundMark x1="20380" y1="60599" x2="24185" y2="50461"/>
                        <a14:foregroundMark x1="10870" y1="14516" x2="10326" y2="36175"/>
                        <a14:foregroundMark x1="10326" y1="36175" x2="10190" y2="16590"/>
                        <a14:foregroundMark x1="10190" y1="16590" x2="7745" y2="20968"/>
                        <a14:foregroundMark x1="10734" y1="28341" x2="33152" y2="29724"/>
                        <a14:foregroundMark x1="33152" y1="29724" x2="21739" y2="27189"/>
                        <a14:foregroundMark x1="21739" y1="27189" x2="35870" y2="35023"/>
                        <a14:foregroundMark x1="35870" y1="35023" x2="44565" y2="29954"/>
                        <a14:foregroundMark x1="44565" y1="29954" x2="52717" y2="33410"/>
                        <a14:foregroundMark x1="52717" y1="33410" x2="44565" y2="42396"/>
                        <a14:foregroundMark x1="44565" y1="42396" x2="54755" y2="36406"/>
                        <a14:foregroundMark x1="54755" y1="36406" x2="42120" y2="30415"/>
                        <a14:foregroundMark x1="42120" y1="30415" x2="44158" y2="18664"/>
                        <a14:foregroundMark x1="44158" y1="18664" x2="27446" y2="14516"/>
                        <a14:foregroundMark x1="27446" y1="14516" x2="35190" y2="5069"/>
                        <a14:foregroundMark x1="35190" y1="5069" x2="64402" y2="14977"/>
                        <a14:foregroundMark x1="69837" y1="9677" x2="93342" y2="12903"/>
                        <a14:foregroundMark x1="93342" y1="12903" x2="93886" y2="46774"/>
                        <a14:foregroundMark x1="93886" y1="46774" x2="90625" y2="66129"/>
                        <a14:foregroundMark x1="94701" y1="28341" x2="96196" y2="14977"/>
                        <a14:foregroundMark x1="96196" y1="14977" x2="91712" y2="9217"/>
                        <a14:foregroundMark x1="50000" y1="86175" x2="43207" y2="82719"/>
                        <a14:foregroundMark x1="43207" y1="82719" x2="25272" y2="82488"/>
                        <a14:foregroundMark x1="22011" y1="87097" x2="13315" y2="84562"/>
                        <a14:foregroundMark x1="13315" y1="84562" x2="6658" y2="75115"/>
                        <a14:foregroundMark x1="6658" y1="75115" x2="4755" y2="61751"/>
                        <a14:foregroundMark x1="4755" y1="61751" x2="7745" y2="50691"/>
                        <a14:foregroundMark x1="7745" y1="50691" x2="8832" y2="49309"/>
                        <a14:foregroundMark x1="9647" y1="64747" x2="4755" y2="47235"/>
                        <a14:foregroundMark x1="4755" y1="47235" x2="6114" y2="21198"/>
                        <a14:foregroundMark x1="6114" y1="21198" x2="8152" y2="8756"/>
                        <a14:foregroundMark x1="8152" y1="8756" x2="17120" y2="6221"/>
                        <a14:foregroundMark x1="17120" y1="6221" x2="31929" y2="10138"/>
                        <a14:foregroundMark x1="92663" y1="32028" x2="92663" y2="32028"/>
                        <a14:foregroundMark x1="92391" y1="31336" x2="92391" y2="313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546" y="4700243"/>
            <a:ext cx="2108863" cy="124354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15F337B-0F90-58B5-E53E-6CD9FB19A475}"/>
              </a:ext>
            </a:extLst>
          </p:cNvPr>
          <p:cNvSpPr txBox="1"/>
          <p:nvPr/>
        </p:nvSpPr>
        <p:spPr>
          <a:xfrm>
            <a:off x="6618514" y="1687286"/>
            <a:ext cx="1132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66566-31F7-4B24-6664-7A4F5AF5C86E}"/>
              </a:ext>
            </a:extLst>
          </p:cNvPr>
          <p:cNvSpPr txBox="1"/>
          <p:nvPr/>
        </p:nvSpPr>
        <p:spPr>
          <a:xfrm>
            <a:off x="3872343" y="926445"/>
            <a:ext cx="4447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text-based western RPG</a:t>
            </a:r>
            <a:endParaRPr lang="ru-RU" sz="2400" dirty="0">
              <a:solidFill>
                <a:srgbClr val="D9D0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FB4A3D5-351B-E62F-8A42-DC6C48AF96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233" t="16678" r="8607" b="28160"/>
          <a:stretch>
            <a:fillRect/>
          </a:stretch>
        </p:blipFill>
        <p:spPr>
          <a:xfrm>
            <a:off x="731991" y="1019772"/>
            <a:ext cx="1043669" cy="85997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DEFC7A-E872-6400-A727-039730CAAE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561" t="2908" r="1625" b="27214"/>
          <a:stretch>
            <a:fillRect/>
          </a:stretch>
        </p:blipFill>
        <p:spPr>
          <a:xfrm>
            <a:off x="731991" y="4275592"/>
            <a:ext cx="1150257" cy="103777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C85EC54-BF7F-95A6-6413-14422AD97B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233" b="25802"/>
          <a:stretch>
            <a:fillRect/>
          </a:stretch>
        </p:blipFill>
        <p:spPr>
          <a:xfrm>
            <a:off x="10341029" y="853440"/>
            <a:ext cx="1204045" cy="103795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FF2D13E-0A63-DD96-D175-F2CCA9A559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3661" t="7098" r="5675" b="18123"/>
          <a:stretch>
            <a:fillRect/>
          </a:stretch>
        </p:blipFill>
        <p:spPr>
          <a:xfrm>
            <a:off x="10496550" y="3750128"/>
            <a:ext cx="1048524" cy="106135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08E0435-7235-5177-EFAC-13269A6D4AE3}"/>
              </a:ext>
            </a:extLst>
          </p:cNvPr>
          <p:cNvSpPr txBox="1"/>
          <p:nvPr/>
        </p:nvSpPr>
        <p:spPr>
          <a:xfrm>
            <a:off x="9513067" y="1879745"/>
            <a:ext cx="2108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B85C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IT HAPPENS</a:t>
            </a:r>
          </a:p>
          <a:p>
            <a:pPr algn="r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Lost town of </a:t>
            </a:r>
            <a:r>
              <a:rPr lang="en-US" sz="1400" dirty="0" err="1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HillTop</a:t>
            </a:r>
            <a:endParaRPr lang="en-US" sz="1400" dirty="0">
              <a:solidFill>
                <a:srgbClr val="D9D0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 • Prairies • Forests</a:t>
            </a:r>
          </a:p>
          <a:p>
            <a:pPr algn="r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"Where shepherds never go alone"</a:t>
            </a:r>
            <a:endParaRPr lang="ru-RU" sz="1400" dirty="0">
              <a:solidFill>
                <a:srgbClr val="D9D0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201079-F79C-6500-63F4-C4939DDA9E05}"/>
              </a:ext>
            </a:extLst>
          </p:cNvPr>
          <p:cNvSpPr txBox="1"/>
          <p:nvPr/>
        </p:nvSpPr>
        <p:spPr>
          <a:xfrm>
            <a:off x="646926" y="5278696"/>
            <a:ext cx="2032000" cy="12618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000" b="1" dirty="0">
                <a:solidFill>
                  <a:srgbClr val="B85C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YOU DO</a:t>
            </a:r>
          </a:p>
          <a:p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 • Talk • Choose</a:t>
            </a:r>
          </a:p>
          <a:p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Saloon • Bank • Sheriff</a:t>
            </a:r>
          </a:p>
          <a:p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talk can lead to conflict</a:t>
            </a:r>
            <a:endParaRPr lang="ru-RU" sz="1400" dirty="0">
              <a:solidFill>
                <a:srgbClr val="D9D0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FABE3E-7F0F-50F8-7EE9-88FC2C7BEAB6}"/>
              </a:ext>
            </a:extLst>
          </p:cNvPr>
          <p:cNvSpPr txBox="1"/>
          <p:nvPr/>
        </p:nvSpPr>
        <p:spPr>
          <a:xfrm>
            <a:off x="646926" y="1879745"/>
            <a:ext cx="149533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B85C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YOU ARE</a:t>
            </a:r>
          </a:p>
          <a:p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Bank clerk</a:t>
            </a:r>
          </a:p>
          <a:p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 hero. No skills.</a:t>
            </a:r>
          </a:p>
          <a:p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your choices.</a:t>
            </a:r>
            <a:endParaRPr lang="ru-RU" sz="1400" dirty="0">
              <a:solidFill>
                <a:srgbClr val="D9D0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C6FCFB-ADB4-D4AC-30A1-E558E9B7C063}"/>
              </a:ext>
            </a:extLst>
          </p:cNvPr>
          <p:cNvSpPr txBox="1"/>
          <p:nvPr/>
        </p:nvSpPr>
        <p:spPr>
          <a:xfrm>
            <a:off x="9794874" y="4755476"/>
            <a:ext cx="1827056" cy="178510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 b="1" dirty="0">
                <a:solidFill>
                  <a:srgbClr val="B85C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SURVIVE</a:t>
            </a:r>
          </a:p>
          <a:p>
            <a:pPr algn="r" latinLnBrk="1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Duels are on you</a:t>
            </a:r>
          </a:p>
          <a:p>
            <a:pPr algn="r" latinLnBrk="1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stats. </a:t>
            </a:r>
          </a:p>
          <a:p>
            <a:pPr algn="r" latinLnBrk="1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YOUR reaction.</a:t>
            </a:r>
          </a:p>
          <a:p>
            <a:pPr algn="r" latinLnBrk="1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QTE: Fast = shot. </a:t>
            </a:r>
          </a:p>
          <a:p>
            <a:pPr algn="r" latinLnBrk="1"/>
            <a:r>
              <a:rPr lang="en-US" sz="1400" dirty="0">
                <a:solidFill>
                  <a:srgbClr val="D9D0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 = dead.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7BE83E-8520-2FA6-7DEB-165A6C0AAA34}"/>
              </a:ext>
            </a:extLst>
          </p:cNvPr>
          <p:cNvSpPr txBox="1"/>
          <p:nvPr/>
        </p:nvSpPr>
        <p:spPr>
          <a:xfrm>
            <a:off x="8884750" y="6581001"/>
            <a:ext cx="5051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607B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WildZaklinie</a:t>
            </a:r>
            <a:r>
              <a:rPr lang="en-US" sz="1200" dirty="0">
                <a:solidFill>
                  <a:srgbClr val="607B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PC (C++) • Text RPG • Western </a:t>
            </a:r>
            <a:endParaRPr lang="ru-RU" sz="1200" dirty="0">
              <a:solidFill>
                <a:srgbClr val="607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3809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1C1713"/>
      </a:dk1>
      <a:lt1>
        <a:srgbClr val="D9D0C2"/>
      </a:lt1>
      <a:dk2>
        <a:srgbClr val="4A3C31"/>
      </a:dk2>
      <a:lt2>
        <a:srgbClr val="F5F0E8"/>
      </a:lt2>
      <a:accent1>
        <a:srgbClr val="E8C35C"/>
      </a:accent1>
      <a:accent2>
        <a:srgbClr val="B85C3A"/>
      </a:accent2>
      <a:accent3>
        <a:srgbClr val="607B8B"/>
      </a:accent3>
      <a:accent4>
        <a:srgbClr val="D9D0C2"/>
      </a:accent4>
      <a:accent5>
        <a:srgbClr val="8A6D4F"/>
      </a:accent5>
      <a:accent6>
        <a:srgbClr val="4A3C31"/>
      </a:accent6>
      <a:hlink>
        <a:srgbClr val="B85C3A"/>
      </a:hlink>
      <a:folHlink>
        <a:srgbClr val="607B8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95</Words>
  <Application>Microsoft Office PowerPoint</Application>
  <PresentationFormat>Широкоэкранный</PresentationFormat>
  <Paragraphs>22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Saloon girl</vt:lpstr>
      <vt:lpstr>Тема Office</vt:lpstr>
      <vt:lpstr>HILLTOP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Beljaev</dc:creator>
  <cp:lastModifiedBy>Nikita Beljaev</cp:lastModifiedBy>
  <cp:revision>6</cp:revision>
  <dcterms:created xsi:type="dcterms:W3CDTF">2026-03-15T23:51:19Z</dcterms:created>
  <dcterms:modified xsi:type="dcterms:W3CDTF">2026-03-16T15:37:29Z</dcterms:modified>
</cp:coreProperties>
</file>